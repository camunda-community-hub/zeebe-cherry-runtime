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1DEC3-09FD-9F04-3C41-07AF57FE39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BE36E-8542-8C14-FFE4-DDCB19FCE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33E5D-C6F5-87DF-334F-974F3ECA5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78BE69-C948-B481-1FA9-BF582EE1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3FA88-58CD-EB92-87DD-7B60A729B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1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D620F-C14A-3270-FC5B-03F2ABCE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B4812-2937-552A-0C1C-380E0E55B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9F460-26CE-7F4C-1528-41E7DB2F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68F1AC-EA6E-E656-4846-0CBF559AB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84F1F-3026-743E-2169-AAB8E815B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84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11787-9601-F542-DBC9-DE8317957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AC93C-4FDF-4FC2-164B-32DA09E01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8633D-D5A2-61F5-F868-99E526F46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82130A-29C5-80CE-BA3C-9C0A8D023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A35ED-400F-6F71-F40A-9E19DE56A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37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4652-1CE9-260D-334E-63CFCFCEA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498B4-5F9C-9E12-8609-CAB4B9071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79EBD-F7A1-7AF3-F4C3-451DD62FF2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80A062-AD96-3A55-8DC9-EE6324194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655EE-98F8-E045-DADC-7DF203CB4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634B78-E815-A168-8207-29C3D63B8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348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2FEF5-6DCD-DB5C-4762-BDDA060AD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AF3EA-C338-4D8A-AAF2-EE64D1A78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82E7F-567E-9AEA-2A9A-22C908AA3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F42E8C-4B92-07C6-891E-8977F9C48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7627B9-5350-002D-052E-90484281AC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3B7EF9-0F25-3F63-158D-BEBF7C5F1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9AA339-9A6A-24BD-7771-AB6ABA761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F0D37-E326-FE0B-2F1F-9165E7202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47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20A0D-D8FC-164E-EFF9-B1DA892C1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2F71B9-B09A-E5BC-CB2C-F09E5AF7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342AFF-380F-F130-89BA-DE0ECC89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E2B7C3-4E78-287E-9E5A-AD220165E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727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754271-2717-3ADB-1E60-763A6A8D5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3F48EE-CFE6-6DC4-26F0-9E99A5657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9BD37A-70CC-BDF5-D089-10F6BF53D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16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15429-14D3-9FF9-207F-138351E3C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E3169-DE24-F81E-B151-D0783C4DFF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70E86-4FB7-3C30-FBBB-D5319D8934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8B2AA-A816-3A1C-9004-9048E2CCF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8DF1FA-D765-D843-00C3-96CB66001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034C0E-8939-DA52-F983-9350313D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39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61419-0D54-4D28-4ADC-E2DDC8FE3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4AE4C3-6710-07A0-8D2F-BB0F740B2D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EC408-A84F-712F-C4A3-67E1A48DEB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C47950-8E78-0497-5ED7-4071C5F1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78708-8B88-7AD5-B4F4-AD336962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33E86-30E8-83DF-9917-D6EC3233A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3960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41B6-EB5B-203A-3F22-8B624C0B4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079ACA-2151-4BC8-6BEC-7563F0824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352EC-048D-198F-3040-EB58AF8E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82CD4-CE94-260E-D75F-F263B004D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94EBE-2701-0D53-8639-83A87E19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597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36EAA3-9F36-FE97-BD88-445DDA9F45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1BC15-B772-B5D2-49B6-036857A9F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340D2-A1E5-A182-0840-F00B04D90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131892-EDE7-0FFA-1EC6-997EB63D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3414C-10DF-9494-38D5-F4F446C32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089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9FDD21-62EF-E865-EE34-F570BEBE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CC102-6868-31DF-6480-8EDB9E77F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8B0AD-881F-ADA1-F043-014C4CEEB0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102CC5-A351-41AB-A1CE-1041AB14706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B53F9-201E-11B7-8CCA-D800F08F8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BC2618-5DF0-7F0D-7ED3-59C1A78F4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45527A-A43E-46D6-8111-95AAFFC0B2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23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EBAEA3-3232-71E6-8DBE-18289AA5AEB5}"/>
              </a:ext>
            </a:extLst>
          </p:cNvPr>
          <p:cNvSpPr/>
          <p:nvPr/>
        </p:nvSpPr>
        <p:spPr>
          <a:xfrm>
            <a:off x="614364" y="385763"/>
            <a:ext cx="10036965" cy="82867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ysClr val="windowText" lastClr="000000"/>
                </a:solidFill>
              </a:rPr>
              <a:t>RestController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7C9A61-6AB3-02EC-E758-01EFC5B946D0}"/>
              </a:ext>
            </a:extLst>
          </p:cNvPr>
          <p:cNvSpPr/>
          <p:nvPr/>
        </p:nvSpPr>
        <p:spPr>
          <a:xfrm>
            <a:off x="614364" y="1537097"/>
            <a:ext cx="2185986" cy="8286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ysClr val="windowText" lastClr="000000"/>
                </a:solidFill>
              </a:rPr>
              <a:t>Supervisor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4C371D3-5DA9-763E-BCC3-649C29065A8D}"/>
              </a:ext>
            </a:extLst>
          </p:cNvPr>
          <p:cNvSpPr/>
          <p:nvPr/>
        </p:nvSpPr>
        <p:spPr>
          <a:xfrm>
            <a:off x="6803229" y="4424658"/>
            <a:ext cx="3848101" cy="14716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Db</a:t>
            </a:r>
            <a:endParaRPr lang="fr-FR" dirty="0">
              <a:solidFill>
                <a:schemeClr val="tx1"/>
              </a:solidFill>
            </a:endParaRPr>
          </a:p>
          <a:p>
            <a:pPr algn="ctr"/>
            <a:r>
              <a:rPr lang="fr-FR" dirty="0" err="1">
                <a:solidFill>
                  <a:schemeClr val="tx1"/>
                </a:solidFill>
              </a:rPr>
              <a:t>StorageService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7AFA60-1AFC-B273-0392-5B13A2CE950B}"/>
              </a:ext>
            </a:extLst>
          </p:cNvPr>
          <p:cNvSpPr/>
          <p:nvPr/>
        </p:nvSpPr>
        <p:spPr>
          <a:xfrm>
            <a:off x="923925" y="5412282"/>
            <a:ext cx="1566864" cy="7358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ysClr val="windowText" lastClr="000000"/>
                </a:solidFill>
              </a:rPr>
              <a:t>Definition</a:t>
            </a:r>
            <a:endParaRPr lang="fr-FR" dirty="0">
              <a:solidFill>
                <a:sysClr val="windowText" lastClr="0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7EB7D2-D412-B643-173D-F90405F1C8B0}"/>
              </a:ext>
            </a:extLst>
          </p:cNvPr>
          <p:cNvSpPr/>
          <p:nvPr/>
        </p:nvSpPr>
        <p:spPr>
          <a:xfrm>
            <a:off x="3556397" y="5560811"/>
            <a:ext cx="2283618" cy="6709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>
                <a:solidFill>
                  <a:schemeClr val="tx1"/>
                </a:solidFill>
              </a:rPr>
              <a:t>OperationLog</a:t>
            </a:r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96E48A0-12B4-1886-88C3-CBAA38CB7275}"/>
              </a:ext>
            </a:extLst>
          </p:cNvPr>
          <p:cNvSpPr/>
          <p:nvPr/>
        </p:nvSpPr>
        <p:spPr>
          <a:xfrm>
            <a:off x="7855742" y="2973287"/>
            <a:ext cx="2795587" cy="8286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Runner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87AAC7-2F21-F29B-2F07-94CCE00E1EEF}"/>
              </a:ext>
            </a:extLst>
          </p:cNvPr>
          <p:cNvSpPr/>
          <p:nvPr/>
        </p:nvSpPr>
        <p:spPr>
          <a:xfrm>
            <a:off x="5512594" y="1833264"/>
            <a:ext cx="2795587" cy="8286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Runtime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E4DBB77-96FD-4E42-7269-FF54B626A3FF}"/>
              </a:ext>
            </a:extLst>
          </p:cNvPr>
          <p:cNvSpPr/>
          <p:nvPr/>
        </p:nvSpPr>
        <p:spPr>
          <a:xfrm>
            <a:off x="3556397" y="2973287"/>
            <a:ext cx="2795587" cy="82867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</a:rPr>
              <a:t>store</a:t>
            </a:r>
          </a:p>
        </p:txBody>
      </p:sp>
    </p:spTree>
    <p:extLst>
      <p:ext uri="{BB962C8B-B14F-4D97-AF65-F5344CB8AC3E}">
        <p14:creationId xmlns:p14="http://schemas.microsoft.com/office/powerpoint/2010/main" val="33576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Pierre-yves Monnet</dc:creator>
  <cp:lastModifiedBy>Pierre-yves Monnet</cp:lastModifiedBy>
  <cp:revision>2</cp:revision>
  <dcterms:created xsi:type="dcterms:W3CDTF">2026-08-19T21:01:28Z</dcterms:created>
  <dcterms:modified xsi:type="dcterms:W3CDTF">2026-08-19T21:18:39Z</dcterms:modified>
</cp:coreProperties>
</file>